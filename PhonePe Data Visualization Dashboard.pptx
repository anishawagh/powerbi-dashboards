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1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67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23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62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64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957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58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272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26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4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407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6422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425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775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51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849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50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224F4-CEE0-401B-B059-46D2BF526F4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FCE49-401C-4C47-8C67-8A6698F51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7529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6DF21-65FC-0E5E-3A84-27721004C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710883"/>
            <a:ext cx="9001462" cy="2387600"/>
          </a:xfrm>
        </p:spPr>
        <p:txBody>
          <a:bodyPr/>
          <a:lstStyle/>
          <a:p>
            <a:r>
              <a:rPr lang="en-IN" dirty="0" err="1"/>
              <a:t>PhonePe</a:t>
            </a:r>
            <a:r>
              <a:rPr lang="en-IN" dirty="0"/>
              <a:t> Data Visualization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8B55C-CA1A-F5DB-7093-994A969CC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Presented by:</a:t>
            </a:r>
            <a:r>
              <a:rPr lang="en-US" dirty="0"/>
              <a:t> Anisha Wagh</a:t>
            </a:r>
            <a:br>
              <a:rPr lang="en-US" dirty="0"/>
            </a:br>
            <a:r>
              <a:rPr lang="en-US" b="1" dirty="0"/>
              <a:t>Project:</a:t>
            </a:r>
            <a:r>
              <a:rPr lang="en-US" dirty="0"/>
              <a:t> Data Analytics using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800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5A03-285B-10D7-AD35-BA5926F9C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37A1B-B7A0-1129-C435-1C3197F57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payments have grown rapidly in India. Platforms like </a:t>
            </a:r>
            <a:r>
              <a:rPr lang="en-US" dirty="0" err="1"/>
              <a:t>PhonePe</a:t>
            </a:r>
            <a:r>
              <a:rPr lang="en-US" dirty="0"/>
              <a:t> generate large amounts of transaction data. This data needs to be analyzed to understand trends, user behavior, and regional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19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91B0-CF87-D929-CAA3-AF79D6F82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1401381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75440-E716-9959-66FD-06078D800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118104"/>
            <a:ext cx="9001462" cy="213969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PhonePe</a:t>
            </a:r>
            <a:r>
              <a:rPr lang="en-US" dirty="0"/>
              <a:t> dataset contains large and complex data that is difficult to interpret in raw form.</a:t>
            </a:r>
            <a:br>
              <a:rPr lang="en-US" dirty="0"/>
            </a:br>
            <a:r>
              <a:rPr lang="en-US" dirty="0"/>
              <a:t>The challenge is to transform this data into meaningful insights using visualization tools.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9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D3CA5-0655-679D-2D3F-2AA0A002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058DB5-63AF-12A8-D77D-8C3462234B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443" y="1062792"/>
            <a:ext cx="10353762" cy="3695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PhonePe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transaction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trends and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an interactive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insights for better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152141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DAA79-A812-628E-E703-E6A04313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C42BD9-E044-1E0C-6FB1-7B149EED5D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067" y="1007928"/>
            <a:ext cx="10353762" cy="3695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(Data Visualization)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/ CSV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&amp; Transformation </a:t>
            </a:r>
          </a:p>
        </p:txBody>
      </p:sp>
    </p:spTree>
    <p:extLst>
      <p:ext uri="{BB962C8B-B14F-4D97-AF65-F5344CB8AC3E}">
        <p14:creationId xmlns:p14="http://schemas.microsoft.com/office/powerpoint/2010/main" val="117657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B1C8E-BCA1-7252-DBD2-4F2192631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797877"/>
          </a:xfrm>
        </p:spPr>
        <p:txBody>
          <a:bodyPr/>
          <a:lstStyle/>
          <a:p>
            <a:r>
              <a:rPr lang="en-IN" dirty="0"/>
              <a:t>Data Processing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2BC64-D0A7-EEFC-F683-29CB39566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2414016"/>
            <a:ext cx="9001462" cy="284378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following steps were performed:</a:t>
            </a:r>
          </a:p>
          <a:p>
            <a:r>
              <a:rPr lang="en-US" dirty="0"/>
              <a:t>Data collection from </a:t>
            </a:r>
            <a:r>
              <a:rPr lang="en-US" dirty="0" err="1"/>
              <a:t>PhonePe</a:t>
            </a:r>
            <a:r>
              <a:rPr lang="en-US" dirty="0"/>
              <a:t> dataset </a:t>
            </a:r>
          </a:p>
          <a:p>
            <a:r>
              <a:rPr lang="en-US" dirty="0"/>
              <a:t>Data cleaning and preprocessing </a:t>
            </a:r>
          </a:p>
          <a:p>
            <a:r>
              <a:rPr lang="en-US" dirty="0"/>
              <a:t>Merging multiple files into a structured format </a:t>
            </a:r>
          </a:p>
          <a:p>
            <a:r>
              <a:rPr lang="en-US" dirty="0"/>
              <a:t>Importing data into Power BI </a:t>
            </a:r>
          </a:p>
          <a:p>
            <a:r>
              <a:rPr lang="en-US" dirty="0"/>
              <a:t>Creating visualizations and dashboard 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4732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B4ECA-55F1-2B02-9D33-FB0E2B14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9DA2DB-8ECC-DED8-7F20-7D8F939163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4" y="2104665"/>
            <a:ext cx="516378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KPI Cards (Total Transactions, Users, Amount)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 Visualization (State-wise data)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Bar Chart (Top states)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 Chart (Growth over time)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Pie Chart (Transaction distribution)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Slicers (Year, State, Type, etc.) </a:t>
            </a:r>
          </a:p>
        </p:txBody>
      </p:sp>
    </p:spTree>
    <p:extLst>
      <p:ext uri="{BB962C8B-B14F-4D97-AF65-F5344CB8AC3E}">
        <p14:creationId xmlns:p14="http://schemas.microsoft.com/office/powerpoint/2010/main" val="1629040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D025-754B-7B33-2996-357FABD25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322D45-0D57-E83E-5B82-71A5FF2D5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444" y="2235704"/>
            <a:ext cx="55569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Maharashtra shows highest transaction value 📈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Transactions increased significantly over the years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payments adoption is growing rapidly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Certain states have lower transaction activity </a:t>
            </a:r>
          </a:p>
        </p:txBody>
      </p:sp>
    </p:spTree>
    <p:extLst>
      <p:ext uri="{BB962C8B-B14F-4D97-AF65-F5344CB8AC3E}">
        <p14:creationId xmlns:p14="http://schemas.microsoft.com/office/powerpoint/2010/main" val="2467071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0040-0E23-FE57-5AD1-DFE6131B3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EACA3-8FB6-EC11-F1BA-F3D99CD22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5091120"/>
          </a:xfrm>
        </p:spPr>
        <p:txBody>
          <a:bodyPr/>
          <a:lstStyle/>
          <a:p>
            <a:r>
              <a:rPr lang="en-US" dirty="0"/>
              <a:t>The dashboard provides a clear and interactive way to analyze </a:t>
            </a:r>
            <a:r>
              <a:rPr lang="en-US" dirty="0" err="1"/>
              <a:t>PhonePe</a:t>
            </a:r>
            <a:r>
              <a:rPr lang="en-US" dirty="0"/>
              <a:t> data.</a:t>
            </a:r>
            <a:br>
              <a:rPr lang="en-US" dirty="0"/>
            </a:br>
            <a:r>
              <a:rPr lang="en-US" dirty="0"/>
              <a:t>It helps in understanding transaction trends, user behavior, and regional performance, enabling better decision-making.</a:t>
            </a:r>
          </a:p>
          <a:p>
            <a:endParaRPr lang="en-IN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4D2C1AD-A6C6-7098-58B8-B8E9EA13F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249014"/>
            <a:ext cx="4909742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advanced analytics (AI/ML)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Add real-time data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Expand dashboard with more datasets </a:t>
            </a:r>
          </a:p>
        </p:txBody>
      </p:sp>
    </p:spTree>
    <p:extLst>
      <p:ext uri="{BB962C8B-B14F-4D97-AF65-F5344CB8AC3E}">
        <p14:creationId xmlns:p14="http://schemas.microsoft.com/office/powerpoint/2010/main" val="3441647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12</TotalTime>
  <Words>301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PhonePe Data Visualization Dashboard</vt:lpstr>
      <vt:lpstr>Introduction</vt:lpstr>
      <vt:lpstr>Problem Statement</vt:lpstr>
      <vt:lpstr>Objective</vt:lpstr>
      <vt:lpstr>Tools &amp; Technologies</vt:lpstr>
      <vt:lpstr>Data Processing Steps</vt:lpstr>
      <vt:lpstr>Dashboard Features</vt:lpstr>
      <vt:lpstr>Key Insights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Anisha Wagh</dc:creator>
  <cp:lastModifiedBy>Anisha Wagh</cp:lastModifiedBy>
  <cp:revision>1</cp:revision>
  <dcterms:created xsi:type="dcterms:W3CDTF">2026-03-23T17:45:00Z</dcterms:created>
  <dcterms:modified xsi:type="dcterms:W3CDTF">2026-03-23T17:57:07Z</dcterms:modified>
</cp:coreProperties>
</file>